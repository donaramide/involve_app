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Involve_APP\assets\docs\tem\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22</Slides>
	<Notes>22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22</vt:i4></vt:variant>
		</vt:vector>
	</HeadingPairs>
	<TitlesOfParts>
		<vt:vector size="25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<vt:lpstr>Slide 17</vt:lpstr><vt:lpstr>Slide 18</vt:lpstr><vt:lpstr>Slide 19</vt:lpstr><vt:lpstr>Slide 20</vt:lpstr><vt:lpstr>Slide 21</vt:lpstr><vt:lpstr>Slide 22</vt:lpstr>
		</vt:vector>
	</TitlesOfParts>
	<Company>Integrated Independent Products & Services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Invify × FCMB Smart mPOS Presentation</dc:title>
  <dc:subject>Invify × FCMB Smart mPOS Presentation</dc:subject>
  <dc:creator>Invify</dc:creator>
  <cp:lastModifiedBy>Invify</cp:lastModifiedBy>
  <cp:revision>1</cp:revision>
  <dcterms:created xsi:type="dcterms:W3CDTF">2026-10-01T18:48:59Z</dcterms:created>
  <dcterms:modified xsi:type="dcterms:W3CDTF">2026-10-01T18:48:59Z</dcterms:modified>
</cp:coreProperties>
</file>